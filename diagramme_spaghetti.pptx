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9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1192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Spaghetti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39319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3931920" cy="4023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627632"/>
            <a:ext cx="1005840" cy="420624"/>
          </a:xfrm>
          <a:prstGeom prst="roundRect">
            <a:avLst>
              <a:gd name="adj" fmla="val 17391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02920" y="1627632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 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91640" y="2212848"/>
            <a:ext cx="1005840" cy="420624"/>
          </a:xfrm>
          <a:prstGeom prst="round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691640" y="2212848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 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852928"/>
            <a:ext cx="1005840" cy="420624"/>
          </a:xfrm>
          <a:prstGeom prst="round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40080" y="2852928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 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920240" y="3310128"/>
            <a:ext cx="1005840" cy="420624"/>
          </a:xfrm>
          <a:prstGeom prst="roundRect">
            <a:avLst>
              <a:gd name="adj" fmla="val 17391"/>
            </a:avLst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1920240" y="3310128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 4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26080" y="2212848"/>
            <a:ext cx="1005840" cy="420624"/>
          </a:xfrm>
          <a:prstGeom prst="roundRect">
            <a:avLst>
              <a:gd name="adj" fmla="val 17391"/>
            </a:avLst>
          </a:prstGeom>
          <a:solidFill>
            <a:srgbClr val="FEE2E2"/>
          </a:solidFill>
          <a:ln w="19050">
            <a:solidFill>
              <a:srgbClr val="9B2C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2926080" y="2212848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 5/6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 rot="472988">
            <a:off x="985067" y="2105174"/>
            <a:ext cx="756653" cy="25525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 rot="4819599">
            <a:off x="1263173" y="2361455"/>
            <a:ext cx="325317" cy="594735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2697480" y="2423160"/>
            <a:ext cx="228600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 rot="98195">
            <a:off x="1179022" y="3302388"/>
            <a:ext cx="742076" cy="234933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 rot="-5400000">
            <a:off x="2707717" y="2860977"/>
            <a:ext cx="896111" cy="477673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4937760" y="804672"/>
            <a:ext cx="39319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4937760" y="804672"/>
            <a:ext cx="393192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937760" y="804672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087175" y="1317567"/>
            <a:ext cx="3639312" cy="402336"/>
          </a:xfrm>
          <a:prstGeom prst="roundRect">
            <a:avLst>
              <a:gd name="adj" fmla="val 13636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5074920" y="1317567"/>
            <a:ext cx="36393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 err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Supermarché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74920" y="2084832"/>
            <a:ext cx="1078992" cy="694944"/>
          </a:xfrm>
          <a:prstGeom prst="roundRect">
            <a:avLst>
              <a:gd name="adj" fmla="val 10526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5074920" y="2084832"/>
            <a:ext cx="107899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 1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+ pieds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74920" y="3035808"/>
            <a:ext cx="1078992" cy="694944"/>
          </a:xfrm>
          <a:prstGeom prst="roundRect">
            <a:avLst>
              <a:gd name="adj" fmla="val 10526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5074920" y="3035808"/>
            <a:ext cx="107899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 2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Roue A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327648" y="3888486"/>
            <a:ext cx="1078992" cy="694944"/>
          </a:xfrm>
          <a:prstGeom prst="roundRect">
            <a:avLst>
              <a:gd name="adj" fmla="val 10526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6291072" y="3870198"/>
            <a:ext cx="107899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 3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Roue B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589520" y="3035808"/>
            <a:ext cx="1078992" cy="694944"/>
          </a:xfrm>
          <a:prstGeom prst="roundRect">
            <a:avLst>
              <a:gd name="adj" fmla="val 10526"/>
            </a:avLst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7589520" y="3035808"/>
            <a:ext cx="107899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 4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589520" y="2084832"/>
            <a:ext cx="1078992" cy="365760"/>
          </a:xfrm>
          <a:prstGeom prst="roundRect">
            <a:avLst>
              <a:gd name="adj" fmla="val 15000"/>
            </a:avLst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7589520" y="2084832"/>
            <a:ext cx="1078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(Stock &amp; Expedition)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 rot="5400000">
            <a:off x="5504688" y="1901952"/>
            <a:ext cx="36576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 rot="5400000">
            <a:off x="5420729" y="2916936"/>
            <a:ext cx="310896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 rot="4443276" flipV="1">
            <a:off x="5656217" y="3720828"/>
            <a:ext cx="657061" cy="525511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48" name="Shape 46"/>
          <p:cNvSpPr/>
          <p:nvPr/>
        </p:nvSpPr>
        <p:spPr>
          <a:xfrm rot="-397951" flipV="1">
            <a:off x="7383032" y="3819851"/>
            <a:ext cx="772241" cy="364059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49" name="Shape 47"/>
          <p:cNvSpPr/>
          <p:nvPr/>
        </p:nvSpPr>
        <p:spPr>
          <a:xfrm rot="-5400000">
            <a:off x="7875703" y="2724912"/>
            <a:ext cx="585216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51" name="Shape 49"/>
          <p:cNvSpPr/>
          <p:nvPr/>
        </p:nvSpPr>
        <p:spPr>
          <a:xfrm>
            <a:off x="4352544" y="2651760"/>
            <a:ext cx="438912" cy="0"/>
          </a:xfrm>
          <a:prstGeom prst="line">
            <a:avLst/>
          </a:prstGeom>
          <a:noFill/>
          <a:ln w="31750">
            <a:solidFill>
              <a:srgbClr val="1B2A4A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52" name="Shape 5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</a:t>
            </a:r>
            <a:r>
              <a:rPr lang="en-US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Ciblé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3840480"/>
          </a:xfrm>
          <a:prstGeom prst="roundRect">
            <a:avLst>
              <a:gd name="adj" fmla="val 4286"/>
            </a:avLst>
          </a:prstGeom>
          <a:solidFill>
            <a:srgbClr val="F0FDF4">
              <a:alpha val="70000"/>
            </a:srgbClr>
          </a:solidFill>
          <a:ln w="19050">
            <a:solidFill>
              <a:srgbClr val="86EFAC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914400" y="1024128"/>
            <a:ext cx="7315200" cy="45720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914400" y="10241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Supermarché</a:t>
            </a: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1" y="1952244"/>
            <a:ext cx="1280160" cy="768096"/>
          </a:xfrm>
          <a:prstGeom prst="roundRect">
            <a:avLst>
              <a:gd name="adj" fmla="val 11905"/>
            </a:avLst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804671" y="1965335"/>
            <a:ext cx="1280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 1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+ pieds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04852" y="3195828"/>
            <a:ext cx="1280160" cy="768096"/>
          </a:xfrm>
          <a:prstGeom prst="roundRect">
            <a:avLst>
              <a:gd name="adj" fmla="val 11905"/>
            </a:avLst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757199" y="3195828"/>
            <a:ext cx="1280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 2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Roue A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931920" y="3470564"/>
            <a:ext cx="1280160" cy="768096"/>
          </a:xfrm>
          <a:prstGeom prst="roundRect">
            <a:avLst>
              <a:gd name="adj" fmla="val 11905"/>
            </a:avLst>
          </a:prstGeom>
          <a:solidFill>
            <a:srgbClr val="FEF3C7"/>
          </a:solidFill>
          <a:ln w="2540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931920" y="3433988"/>
            <a:ext cx="1280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 3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Roue B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040880" y="2852928"/>
            <a:ext cx="1280160" cy="768096"/>
          </a:xfrm>
          <a:prstGeom prst="roundRect">
            <a:avLst>
              <a:gd name="adj" fmla="val 11905"/>
            </a:avLst>
          </a:prstGeom>
          <a:solidFill>
            <a:srgbClr val="EDE9FE"/>
          </a:solidFill>
          <a:ln w="254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7040880" y="2852928"/>
            <a:ext cx="1280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 4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040880" y="1664208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D1FAE5"/>
          </a:solidFill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7040880" y="1664208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chariot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 rot="6993903" flipV="1">
            <a:off x="1228298" y="1615103"/>
            <a:ext cx="432908" cy="216454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 rot="5400000" flipV="1">
            <a:off x="1220100" y="2971175"/>
            <a:ext cx="449303" cy="1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 rot="678596" flipV="1">
            <a:off x="2131274" y="3634340"/>
            <a:ext cx="1802035" cy="164259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 rot="-678596" flipV="1">
            <a:off x="5190112" y="3380883"/>
            <a:ext cx="1908953" cy="219677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 rot="-5400000">
            <a:off x="7327669" y="2523120"/>
            <a:ext cx="640080" cy="0"/>
          </a:xfrm>
          <a:prstGeom prst="line">
            <a:avLst/>
          </a:prstGeom>
          <a:noFill/>
          <a:ln w="27940">
            <a:solidFill>
              <a:srgbClr val="059669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57200" y="437083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508760" y="4378202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1508760" y="440563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508760" y="471653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Takt time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11880" y="4378202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611880" y="440563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3611880" y="471653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Opérateurs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715000" y="4378202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5715000" y="440563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c/min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715000" y="471653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79</Words>
  <Application>Microsoft Office PowerPoint</Application>
  <PresentationFormat>Affichage à l'écran (16:9)</PresentationFormat>
  <Paragraphs>41</Paragraphs>
  <Slides>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Diagramme Spaghetti — Ligne 5.0</dc:title>
  <dc:subject>PptxGenJS Presentation</dc:subject>
  <dc:creator>Oussama ELMAHMOUDI</dc:creator>
  <cp:lastModifiedBy>Oussama El Mahmoudi</cp:lastModifiedBy>
  <cp:revision>3</cp:revision>
  <dcterms:created xsi:type="dcterms:W3CDTF">2026-03-23T08:16:05Z</dcterms:created>
  <dcterms:modified xsi:type="dcterms:W3CDTF">2026-03-23T09:36:59Z</dcterms:modified>
</cp:coreProperties>
</file>