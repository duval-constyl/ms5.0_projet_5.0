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1674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274320" y="0"/>
            <a:ext cx="5486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Simogramme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417320" y="841248"/>
            <a:ext cx="0" cy="2423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2308860" y="841248"/>
            <a:ext cx="0" cy="2423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3200400" y="841248"/>
            <a:ext cx="0" cy="2423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4091940" y="841248"/>
            <a:ext cx="0" cy="2423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Shape 7"/>
          <p:cNvSpPr/>
          <p:nvPr/>
        </p:nvSpPr>
        <p:spPr>
          <a:xfrm>
            <a:off x="4983480" y="841248"/>
            <a:ext cx="0" cy="2423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Shape 8"/>
          <p:cNvSpPr/>
          <p:nvPr/>
        </p:nvSpPr>
        <p:spPr>
          <a:xfrm>
            <a:off x="5875020" y="841248"/>
            <a:ext cx="0" cy="2423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9"/>
          <p:cNvSpPr/>
          <p:nvPr/>
        </p:nvSpPr>
        <p:spPr>
          <a:xfrm>
            <a:off x="6766560" y="841248"/>
            <a:ext cx="0" cy="2423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10"/>
          <p:cNvSpPr/>
          <p:nvPr/>
        </p:nvSpPr>
        <p:spPr>
          <a:xfrm>
            <a:off x="7658100" y="841248"/>
            <a:ext cx="0" cy="2423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1"/>
          <p:cNvSpPr/>
          <p:nvPr/>
        </p:nvSpPr>
        <p:spPr>
          <a:xfrm>
            <a:off x="8549640" y="841248"/>
            <a:ext cx="0" cy="24231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2"/>
          <p:cNvSpPr/>
          <p:nvPr/>
        </p:nvSpPr>
        <p:spPr>
          <a:xfrm>
            <a:off x="6766560" y="786384"/>
            <a:ext cx="0" cy="2487168"/>
          </a:xfrm>
          <a:prstGeom prst="line">
            <a:avLst/>
          </a:prstGeom>
          <a:noFill/>
          <a:ln w="22860">
            <a:solidFill>
              <a:srgbClr val="E24B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419088" y="603504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24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Takt 60 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1440" y="1261872"/>
            <a:ext cx="1179576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5"/>
          <p:cNvSpPr/>
          <p:nvPr/>
        </p:nvSpPr>
        <p:spPr>
          <a:xfrm>
            <a:off x="109728" y="1280160"/>
            <a:ext cx="1143000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9728" y="1471087"/>
            <a:ext cx="1143000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+ support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435608" y="1261872"/>
            <a:ext cx="713232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8"/>
          <p:cNvSpPr/>
          <p:nvPr/>
        </p:nvSpPr>
        <p:spPr>
          <a:xfrm>
            <a:off x="1435607" y="1298448"/>
            <a:ext cx="2050541" cy="329184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1453896" y="1298448"/>
            <a:ext cx="12824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cadre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486150" y="1298448"/>
            <a:ext cx="1764792" cy="329184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3504438" y="1298448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cs typeface="Calibri" pitchFamily="34" charset="-120"/>
              </a:rPr>
              <a:t>Supports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269229" y="1298448"/>
            <a:ext cx="1515617" cy="329184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4"/>
          <p:cNvSpPr/>
          <p:nvPr/>
        </p:nvSpPr>
        <p:spPr>
          <a:xfrm>
            <a:off x="5287518" y="129844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Ecrous x2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611361" y="125065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91440" y="1719072"/>
            <a:ext cx="1179576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8"/>
          <p:cNvSpPr/>
          <p:nvPr/>
        </p:nvSpPr>
        <p:spPr>
          <a:xfrm>
            <a:off x="109728" y="1737360"/>
            <a:ext cx="1143000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9728" y="1928287"/>
            <a:ext cx="1143000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A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435608" y="1719072"/>
            <a:ext cx="713232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Shape 31"/>
          <p:cNvSpPr/>
          <p:nvPr/>
        </p:nvSpPr>
        <p:spPr>
          <a:xfrm>
            <a:off x="1435608" y="1755648"/>
            <a:ext cx="873252" cy="329184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2"/>
          <p:cNvSpPr/>
          <p:nvPr/>
        </p:nvSpPr>
        <p:spPr>
          <a:xfrm>
            <a:off x="1453896" y="1755648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Bloqueurs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327147" y="1755648"/>
            <a:ext cx="1757935" cy="329184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4"/>
          <p:cNvSpPr/>
          <p:nvPr/>
        </p:nvSpPr>
        <p:spPr>
          <a:xfrm>
            <a:off x="2345436" y="175564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110227" y="1755648"/>
            <a:ext cx="2674619" cy="329184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7"/>
          <p:cNvSpPr/>
          <p:nvPr/>
        </p:nvSpPr>
        <p:spPr>
          <a:xfrm>
            <a:off x="4128516" y="17556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 + ecrous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8611361" y="170785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440" y="2176272"/>
            <a:ext cx="1179576" cy="402336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42"/>
          <p:cNvSpPr/>
          <p:nvPr/>
        </p:nvSpPr>
        <p:spPr>
          <a:xfrm>
            <a:off x="109728" y="2194560"/>
            <a:ext cx="1143000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09728" y="2385487"/>
            <a:ext cx="1143000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B 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435608" y="2176272"/>
            <a:ext cx="713232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Shape 45"/>
          <p:cNvSpPr/>
          <p:nvPr/>
        </p:nvSpPr>
        <p:spPr>
          <a:xfrm>
            <a:off x="1435608" y="2212848"/>
            <a:ext cx="1051560" cy="329184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8" name="Text 46"/>
          <p:cNvSpPr/>
          <p:nvPr/>
        </p:nvSpPr>
        <p:spPr>
          <a:xfrm>
            <a:off x="1453896" y="221284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verte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2505456" y="2212848"/>
            <a:ext cx="873252" cy="329184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Text 48"/>
          <p:cNvSpPr/>
          <p:nvPr/>
        </p:nvSpPr>
        <p:spPr>
          <a:xfrm>
            <a:off x="2523744" y="2212848"/>
            <a:ext cx="8366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Flasques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3396996" y="2212848"/>
            <a:ext cx="1783080" cy="329184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50"/>
          <p:cNvSpPr/>
          <p:nvPr/>
        </p:nvSpPr>
        <p:spPr>
          <a:xfrm>
            <a:off x="3415284" y="2212848"/>
            <a:ext cx="10149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Roue grise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180075" y="2212848"/>
            <a:ext cx="1604771" cy="329184"/>
          </a:xfrm>
          <a:prstGeom prst="rect">
            <a:avLst/>
          </a:prstGeom>
          <a:solidFill>
            <a:srgbClr val="FEF3C7"/>
          </a:solidFill>
          <a:ln w="9525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53"/>
          <p:cNvSpPr/>
          <p:nvPr/>
        </p:nvSpPr>
        <p:spPr>
          <a:xfrm>
            <a:off x="5198364" y="221284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 + ecrous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8611361" y="216505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1440" y="2633472"/>
            <a:ext cx="1179576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Text 57"/>
          <p:cNvSpPr/>
          <p:nvPr/>
        </p:nvSpPr>
        <p:spPr>
          <a:xfrm>
            <a:off x="109728" y="2651760"/>
            <a:ext cx="1143000" cy="2092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4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9728" y="2842687"/>
            <a:ext cx="1143000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+ emballage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35608" y="2633472"/>
            <a:ext cx="7132320" cy="402336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2" name="Shape 60"/>
          <p:cNvSpPr/>
          <p:nvPr/>
        </p:nvSpPr>
        <p:spPr>
          <a:xfrm>
            <a:off x="1435607" y="2670048"/>
            <a:ext cx="2722627" cy="329184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61"/>
          <p:cNvSpPr/>
          <p:nvPr/>
        </p:nvSpPr>
        <p:spPr>
          <a:xfrm>
            <a:off x="1453896" y="2670048"/>
            <a:ext cx="1728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qual.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4201668" y="2678095"/>
            <a:ext cx="2583179" cy="329184"/>
          </a:xfrm>
          <a:prstGeom prst="rect">
            <a:avLst/>
          </a:prstGeom>
          <a:solidFill>
            <a:srgbClr val="EDE9FE"/>
          </a:solidFill>
          <a:ln w="9525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5" name="Text 63"/>
          <p:cNvSpPr/>
          <p:nvPr/>
        </p:nvSpPr>
        <p:spPr>
          <a:xfrm>
            <a:off x="4837175" y="2670048"/>
            <a:ext cx="128244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8611361" y="2622250"/>
            <a:ext cx="3840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1252728" y="32552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s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2144268" y="32552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035808" y="32552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3927348" y="32552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4818888" y="32552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710428" y="32552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s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601968" y="32552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s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493508" y="32552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s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8385048" y="325526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s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71</Words>
  <Application>Microsoft Office PowerPoint</Application>
  <PresentationFormat>Affichage à l'écran (16:9)</PresentationFormat>
  <Paragraphs>36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Simogramme — Ligne 5.0</dc:title>
  <dc:subject>PptxGenJS Presentation</dc:subject>
  <dc:creator>Oussama ELMAHMOUDI</dc:creator>
  <cp:lastModifiedBy>Oussama El Mahmoudi</cp:lastModifiedBy>
  <cp:revision>4</cp:revision>
  <dcterms:created xsi:type="dcterms:W3CDTF">2026-03-23T08:49:57Z</dcterms:created>
  <dcterms:modified xsi:type="dcterms:W3CDTF">2026-03-24T12:30:37Z</dcterms:modified>
</cp:coreProperties>
</file>