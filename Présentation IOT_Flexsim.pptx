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Montserrat SemiBold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  <p:embeddedFont>
      <p:font typeface="Montserrat Ligh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5" roundtripDataSignature="AMtx7mhzE7QareIQw9F+maD8vkTUHMdF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22" Type="http://schemas.openxmlformats.org/officeDocument/2006/relationships/font" Target="fonts/MontserratLight-bold.fntdata"/><Relationship Id="rId21" Type="http://schemas.openxmlformats.org/officeDocument/2006/relationships/font" Target="fonts/MontserratLight-regular.fntdata"/><Relationship Id="rId24" Type="http://schemas.openxmlformats.org/officeDocument/2006/relationships/font" Target="fonts/MontserratLight-boldItalic.fntdata"/><Relationship Id="rId23" Type="http://schemas.openxmlformats.org/officeDocument/2006/relationships/font" Target="fonts/MontserratLight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MontserratSemiBold-regular.fntdata"/><Relationship Id="rId12" Type="http://schemas.openxmlformats.org/officeDocument/2006/relationships/slide" Target="slides/slide6.xml"/><Relationship Id="rId15" Type="http://schemas.openxmlformats.org/officeDocument/2006/relationships/font" Target="fonts/MontserratSemiBold-italic.fntdata"/><Relationship Id="rId14" Type="http://schemas.openxmlformats.org/officeDocument/2006/relationships/font" Target="fonts/MontserratSemiBold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MontserratSemiBold-boldItalic.fntdata"/><Relationship Id="rId19" Type="http://schemas.openxmlformats.org/officeDocument/2006/relationships/font" Target="fonts/Montserrat-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f9a3eba2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bf9a3eba2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4.jpg"/><Relationship Id="rId4" Type="http://schemas.openxmlformats.org/officeDocument/2006/relationships/image" Target="../media/image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4.jpg"/><Relationship Id="rId4" Type="http://schemas.openxmlformats.org/officeDocument/2006/relationships/image" Target="../media/image3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3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4572000" y="1597819"/>
            <a:ext cx="38862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b="0" i="0" sz="3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4572000" y="2895786"/>
            <a:ext cx="38805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pic>
        <p:nvPicPr>
          <p:cNvPr descr="logo-icam-full.jpg" id="14" name="Google Shape;14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7332" y="50346"/>
            <a:ext cx="1790758" cy="882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0"/>
            <a:ext cx="3434266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seul 1 1">
  <p:cSld name="Texte seul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-ICAM.jpg" id="18" name="Google Shape;18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06025" y="214991"/>
            <a:ext cx="540327" cy="292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upports - decli piste-03.jpg" id="19" name="Google Shape;1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600" y="1175201"/>
            <a:ext cx="4613135" cy="1032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tites-bandes.jpg" id="20" name="Google Shape;2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4530" y="4654558"/>
            <a:ext cx="349388" cy="90308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8"/>
          <p:cNvSpPr txBox="1"/>
          <p:nvPr>
            <p:ph type="title"/>
          </p:nvPr>
        </p:nvSpPr>
        <p:spPr>
          <a:xfrm>
            <a:off x="482600" y="475500"/>
            <a:ext cx="76233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SemiBold"/>
              <a:buNone/>
              <a:defRPr b="0" i="0" sz="25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" name="Google Shape;22;p8"/>
          <p:cNvSpPr txBox="1"/>
          <p:nvPr>
            <p:ph idx="1" type="body"/>
          </p:nvPr>
        </p:nvSpPr>
        <p:spPr>
          <a:xfrm>
            <a:off x="482600" y="1411539"/>
            <a:ext cx="8193000" cy="31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3" name="Google Shape;23;p8"/>
          <p:cNvSpPr txBox="1"/>
          <p:nvPr>
            <p:ph idx="2" type="body"/>
          </p:nvPr>
        </p:nvSpPr>
        <p:spPr>
          <a:xfrm>
            <a:off x="467544" y="4801791"/>
            <a:ext cx="18003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4" name="Google Shape;24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>
  <p:cSld name="1_Diapositive de titr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/>
          <p:nvPr>
            <p:ph type="ctrTitle"/>
          </p:nvPr>
        </p:nvSpPr>
        <p:spPr>
          <a:xfrm>
            <a:off x="4572000" y="1597819"/>
            <a:ext cx="38862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b="1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27" name="Google Shape;27;p9"/>
          <p:cNvPicPr preferRelativeResize="0"/>
          <p:nvPr/>
        </p:nvPicPr>
        <p:blipFill rotWithShape="1">
          <a:blip r:embed="rId2">
            <a:alphaModFix/>
          </a:blip>
          <a:srcRect b="0" l="0" r="0" t="5642"/>
          <a:stretch/>
        </p:blipFill>
        <p:spPr>
          <a:xfrm flipH="1">
            <a:off x="7" y="0"/>
            <a:ext cx="343426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haut">
  <p:cSld name="Texte seul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-ICAM.jpg" id="30" name="Google Shape;3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06025" y="214991"/>
            <a:ext cx="540327" cy="292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upports - decli piste-03.jpg" id="31" name="Google Shape;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600" y="889451"/>
            <a:ext cx="4613135" cy="1032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tites-bandes.jpg" id="32" name="Google Shape;3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4530" y="4654558"/>
            <a:ext cx="349388" cy="90308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0"/>
          <p:cNvSpPr txBox="1"/>
          <p:nvPr>
            <p:ph type="title"/>
          </p:nvPr>
        </p:nvSpPr>
        <p:spPr>
          <a:xfrm>
            <a:off x="482600" y="214988"/>
            <a:ext cx="7508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SemiBold"/>
              <a:buNone/>
              <a:defRPr b="0" i="0" sz="25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4" name="Google Shape;34;p10"/>
          <p:cNvSpPr txBox="1"/>
          <p:nvPr>
            <p:ph idx="1" type="body"/>
          </p:nvPr>
        </p:nvSpPr>
        <p:spPr>
          <a:xfrm>
            <a:off x="482600" y="1111988"/>
            <a:ext cx="8193000" cy="3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8735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–"/>
              <a:defRPr b="0" i="0" sz="25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5" name="Google Shape;35;p10"/>
          <p:cNvSpPr txBox="1"/>
          <p:nvPr>
            <p:ph idx="2" type="body"/>
          </p:nvPr>
        </p:nvSpPr>
        <p:spPr>
          <a:xfrm>
            <a:off x="467544" y="4801791"/>
            <a:ext cx="18003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/>
            </a:lvl1pPr>
            <a:lvl2pPr indent="-279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b="0" i="0" sz="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94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94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b="0" i="0" sz="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94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b="0" i="0" sz="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94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94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94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94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6" name="Google Shape;36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is">
  <p:cSld name="Gris">
    <p:bg>
      <p:bgPr>
        <a:solidFill>
          <a:srgbClr val="64646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yasho\Desktop\ICAM\PPT\Fond gris.png" id="38" name="Google Shape;38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75460" y="9"/>
            <a:ext cx="7268529" cy="5140797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1"/>
          <p:cNvSpPr txBox="1"/>
          <p:nvPr>
            <p:ph type="title"/>
          </p:nvPr>
        </p:nvSpPr>
        <p:spPr>
          <a:xfrm>
            <a:off x="395536" y="1329612"/>
            <a:ext cx="5112600" cy="21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ontserrat SemiBold"/>
              <a:buNone/>
              <a:defRPr b="0" i="0" sz="44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haut">
  <p:cSld name="1_Titre hau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upports - decli piste-03.jpg" id="42" name="Google Shape;42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2600" y="889451"/>
            <a:ext cx="4613135" cy="103238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2"/>
          <p:cNvSpPr txBox="1"/>
          <p:nvPr>
            <p:ph type="title"/>
          </p:nvPr>
        </p:nvSpPr>
        <p:spPr>
          <a:xfrm>
            <a:off x="482600" y="214988"/>
            <a:ext cx="7508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SemiBold"/>
              <a:buNone/>
              <a:defRPr b="0" i="0" sz="25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4" name="Google Shape;44;p12"/>
          <p:cNvSpPr txBox="1"/>
          <p:nvPr>
            <p:ph idx="1" type="body"/>
          </p:nvPr>
        </p:nvSpPr>
        <p:spPr>
          <a:xfrm>
            <a:off x="482600" y="1111988"/>
            <a:ext cx="8193000" cy="3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8735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–"/>
              <a:defRPr b="0" i="0" sz="25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5" name="Google Shape;45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ange 02">
  <p:cSld name="Orange 02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50" y="-39900"/>
            <a:ext cx="9214950" cy="518337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3"/>
          <p:cNvSpPr txBox="1"/>
          <p:nvPr>
            <p:ph type="title"/>
          </p:nvPr>
        </p:nvSpPr>
        <p:spPr>
          <a:xfrm>
            <a:off x="3923928" y="1815666"/>
            <a:ext cx="4644900" cy="17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 SemiBold"/>
              <a:buNone/>
              <a:defRPr b="0" i="0" sz="44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eu">
  <p:cSld name="Bleu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type="title"/>
          </p:nvPr>
        </p:nvSpPr>
        <p:spPr>
          <a:xfrm>
            <a:off x="3568080" y="1329612"/>
            <a:ext cx="5112600" cy="21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ontserrat SemiBold"/>
              <a:buNone/>
              <a:defRPr b="0" i="0" sz="44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52" name="Google Shape;5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31925" y="-39900"/>
            <a:ext cx="9515173" cy="525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4"/>
          <p:cNvSpPr txBox="1"/>
          <p:nvPr>
            <p:ph idx="2" type="title"/>
          </p:nvPr>
        </p:nvSpPr>
        <p:spPr>
          <a:xfrm>
            <a:off x="3491880" y="1329612"/>
            <a:ext cx="5112600" cy="21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ontserrat SemiBold"/>
              <a:buNone/>
              <a:defRPr b="0" i="0" sz="44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aune">
  <p:cSld name="Jaune">
    <p:bg>
      <p:bgPr>
        <a:solidFill>
          <a:srgbClr val="FFD95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yasho\Desktop\ICAM\PPT\Fond Jaune.png" id="56" name="Google Shape;56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93965" y="0"/>
            <a:ext cx="685573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5"/>
          <p:cNvSpPr txBox="1"/>
          <p:nvPr>
            <p:ph type="title"/>
          </p:nvPr>
        </p:nvSpPr>
        <p:spPr>
          <a:xfrm>
            <a:off x="395536" y="1329612"/>
            <a:ext cx="5112600" cy="21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 SemiBold"/>
              <a:buNone/>
              <a:defRPr b="0" i="0" sz="44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8" name="Google Shape;58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ange 03">
  <p:cSld name="Orange 03">
    <p:bg>
      <p:bgPr>
        <a:solidFill>
          <a:srgbClr val="FEE0BD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nd4.jpg" id="60" name="Google Shape;6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5887125" cy="51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6"/>
          <p:cNvSpPr txBox="1"/>
          <p:nvPr>
            <p:ph type="title"/>
          </p:nvPr>
        </p:nvSpPr>
        <p:spPr>
          <a:xfrm>
            <a:off x="3707904" y="1437624"/>
            <a:ext cx="4834800" cy="187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 SemiBold"/>
              <a:buNone/>
              <a:defRPr b="0" i="0" sz="44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2" name="Google Shape;62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olet">
  <p:cSld name="Violet">
    <p:bg>
      <p:bgPr>
        <a:solidFill>
          <a:srgbClr val="A53885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yasho\Desktop\ICAM\PPT\Fond violet.png" id="64" name="Google Shape;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15900" y="31375"/>
            <a:ext cx="7328101" cy="5112127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 txBox="1"/>
          <p:nvPr>
            <p:ph type="title"/>
          </p:nvPr>
        </p:nvSpPr>
        <p:spPr>
          <a:xfrm>
            <a:off x="395536" y="1329612"/>
            <a:ext cx="5112600" cy="21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ontserrat SemiBold"/>
              <a:buNone/>
              <a:defRPr b="0" i="0" sz="44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6" name="Google Shape;66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">
  <p:cSld name="Vert"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8"/>
          <p:cNvPicPr preferRelativeResize="0"/>
          <p:nvPr/>
        </p:nvPicPr>
        <p:blipFill rotWithShape="1">
          <a:blip r:embed="rId2">
            <a:alphaModFix/>
          </a:blip>
          <a:srcRect b="0" l="2705" r="2696" t="0"/>
          <a:stretch/>
        </p:blipFill>
        <p:spPr>
          <a:xfrm>
            <a:off x="8529" y="0"/>
            <a:ext cx="6857999" cy="515071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8"/>
          <p:cNvSpPr txBox="1"/>
          <p:nvPr>
            <p:ph type="title"/>
          </p:nvPr>
        </p:nvSpPr>
        <p:spPr>
          <a:xfrm>
            <a:off x="3491880" y="1329612"/>
            <a:ext cx="5112600" cy="21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AF57"/>
              </a:buClr>
              <a:buSzPts val="4400"/>
              <a:buFont typeface="Montserrat SemiBold"/>
              <a:buNone/>
              <a:defRPr b="0" i="0" sz="4400" u="none" cap="none" strike="noStrike">
                <a:solidFill>
                  <a:srgbClr val="4DAF57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0" name="Google Shape;70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uge">
  <p:cSld name="Rouge">
    <p:bg>
      <p:bgPr>
        <a:solidFill>
          <a:srgbClr val="E63313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yasho\Desktop\ICAM\PPT\Fond rouge.png" id="72" name="Google Shape;7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75600" y="0"/>
            <a:ext cx="72684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9"/>
          <p:cNvSpPr txBox="1"/>
          <p:nvPr>
            <p:ph type="title"/>
          </p:nvPr>
        </p:nvSpPr>
        <p:spPr>
          <a:xfrm>
            <a:off x="395536" y="1329612"/>
            <a:ext cx="5112600" cy="21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ontserrat SemiBold"/>
              <a:buNone/>
              <a:defRPr b="0" i="0" sz="44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4" name="Google Shape;74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- Rouge">
  <p:cSld name="Light - Rouge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-4050"/>
            <a:ext cx="2870794" cy="5147999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0"/>
          <p:cNvSpPr txBox="1"/>
          <p:nvPr>
            <p:ph type="title"/>
          </p:nvPr>
        </p:nvSpPr>
        <p:spPr>
          <a:xfrm>
            <a:off x="3563888" y="1221600"/>
            <a:ext cx="5112600" cy="21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774D"/>
              </a:buClr>
              <a:buSzPts val="4400"/>
              <a:buFont typeface="Montserrat SemiBold"/>
              <a:buNone/>
              <a:defRPr b="0" i="0" sz="4400" u="none" cap="none" strike="noStrike">
                <a:solidFill>
                  <a:srgbClr val="EE774D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- Gris">
  <p:cSld name="Light - Gris"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yasho\Desktop\ICAM\PPT\Light - Gris.png" id="80" name="Google Shape;80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338229" y="30762"/>
            <a:ext cx="2805765" cy="5112729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1"/>
          <p:cNvSpPr txBox="1"/>
          <p:nvPr>
            <p:ph type="title"/>
          </p:nvPr>
        </p:nvSpPr>
        <p:spPr>
          <a:xfrm>
            <a:off x="395536" y="1329612"/>
            <a:ext cx="5112600" cy="21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9391"/>
              </a:buClr>
              <a:buSzPts val="4400"/>
              <a:buFont typeface="Montserrat SemiBold"/>
              <a:buNone/>
              <a:defRPr b="0" i="0" sz="4400" u="none" cap="none" strike="noStrike">
                <a:solidFill>
                  <a:srgbClr val="9393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image">
  <p:cSld name="Titre et image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/>
          <p:nvPr>
            <p:ph type="title"/>
          </p:nvPr>
        </p:nvSpPr>
        <p:spPr>
          <a:xfrm>
            <a:off x="4666761" y="1418476"/>
            <a:ext cx="3799500" cy="72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SemiBold"/>
              <a:buNone/>
              <a:defRPr b="0" i="0" sz="25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descr="logo-ICAM.jpg" id="85" name="Google Shape;8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06025" y="68710"/>
            <a:ext cx="540327" cy="292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tites-bandes.jpg" id="86" name="Google Shape;8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6133" y="4508276"/>
            <a:ext cx="349388" cy="9030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2"/>
          <p:cNvSpPr/>
          <p:nvPr>
            <p:ph idx="2" type="pic"/>
          </p:nvPr>
        </p:nvSpPr>
        <p:spPr>
          <a:xfrm>
            <a:off x="0" y="0"/>
            <a:ext cx="4500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22"/>
          <p:cNvSpPr txBox="1"/>
          <p:nvPr>
            <p:ph idx="1" type="body"/>
          </p:nvPr>
        </p:nvSpPr>
        <p:spPr>
          <a:xfrm>
            <a:off x="4776125" y="2498725"/>
            <a:ext cx="37926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937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  <a:defRPr b="0" i="0" sz="26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683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89" name="Google Shape;89;p22"/>
          <p:cNvSpPr txBox="1"/>
          <p:nvPr>
            <p:ph idx="3" type="body"/>
          </p:nvPr>
        </p:nvSpPr>
        <p:spPr>
          <a:xfrm>
            <a:off x="4776133" y="4615700"/>
            <a:ext cx="18003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9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b="0" i="0" sz="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94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94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b="0" i="0" sz="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94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b="0" i="0" sz="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94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94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94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94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90" name="Google Shape;90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7" name="Google Shape;97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8" name="Google Shape;9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1" name="Google Shape;10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5" name="Google Shape;10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p2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6" name="Google Shape;116;p2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7" name="Google Shape;11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0" name="Google Shape;12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4" name="Google Shape;124;p3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5" name="Google Shape;125;p3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6" name="Google Shape;12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29" name="Google Shape;12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2" name="Google Shape;132;p3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3" name="Google Shape;13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3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 SemiBold"/>
              <a:buNone/>
              <a:defRPr b="0" i="0" sz="44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"/>
          <p:cNvSpPr txBox="1"/>
          <p:nvPr>
            <p:ph type="ctrTitle"/>
          </p:nvPr>
        </p:nvSpPr>
        <p:spPr>
          <a:xfrm>
            <a:off x="2580650" y="1565100"/>
            <a:ext cx="58131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fr-FR" sz="3600"/>
              <a:t>Projet ligne 5.0</a:t>
            </a:r>
            <a:endParaRPr b="1"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"/>
          <p:cNvSpPr txBox="1"/>
          <p:nvPr>
            <p:ph type="title"/>
          </p:nvPr>
        </p:nvSpPr>
        <p:spPr>
          <a:xfrm>
            <a:off x="482600" y="475500"/>
            <a:ext cx="76233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0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fr-FR" sz="2400">
                <a:latin typeface="Times New Roman"/>
                <a:ea typeface="Times New Roman"/>
                <a:cs typeface="Times New Roman"/>
                <a:sym typeface="Times New Roman"/>
              </a:rPr>
              <a:t>Context du projet</a:t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147" name="Google Shape;14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0511" y="1362068"/>
            <a:ext cx="6124069" cy="3387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"/>
          <p:cNvSpPr txBox="1"/>
          <p:nvPr>
            <p:ph type="title"/>
          </p:nvPr>
        </p:nvSpPr>
        <p:spPr>
          <a:xfrm>
            <a:off x="482600" y="475500"/>
            <a:ext cx="76233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0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b="1" lang="fr-FR" sz="2400">
                <a:latin typeface="Times New Roman"/>
                <a:ea typeface="Times New Roman"/>
                <a:cs typeface="Times New Roman"/>
                <a:sym typeface="Times New Roman"/>
              </a:rPr>
              <a:t>La Solution Cyber-Physique (IoT &amp; Production)</a:t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descr="Mastère Systèmes d'Information Industriels à Strasbourg | Icam" id="154" name="Google Shape;154;p3"/>
          <p:cNvPicPr preferRelativeResize="0"/>
          <p:nvPr/>
        </p:nvPicPr>
        <p:blipFill rotWithShape="1">
          <a:blip r:embed="rId3">
            <a:alphaModFix amt="80000"/>
          </a:blip>
          <a:srcRect b="0" l="0" r="0" t="0"/>
          <a:stretch/>
        </p:blipFill>
        <p:spPr>
          <a:xfrm>
            <a:off x="5128890" y="1560669"/>
            <a:ext cx="3341395" cy="3010428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"/>
          <p:cNvSpPr txBox="1"/>
          <p:nvPr/>
        </p:nvSpPr>
        <p:spPr>
          <a:xfrm>
            <a:off x="378135" y="1643170"/>
            <a:ext cx="4420746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1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Architecture connectée</a:t>
            </a:r>
            <a:r>
              <a:rPr b="0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Remplacement des plans papier par un flux numérique en temps réel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1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Outils déployés</a:t>
            </a:r>
            <a:r>
              <a:rPr b="0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Utilisation de scanners industriels et des tablettes pour une assistance visuelle dynamique (schémas 3D)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1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Traçabilité et Qualité</a:t>
            </a:r>
            <a:r>
              <a:rPr b="0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Chaque scan identifie l'Ordre de Fabrication (OF), permettant un suivi précis dès le montage.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"/>
          <p:cNvSpPr txBox="1"/>
          <p:nvPr>
            <p:ph type="title"/>
          </p:nvPr>
        </p:nvSpPr>
        <p:spPr>
          <a:xfrm>
            <a:off x="482600" y="475500"/>
            <a:ext cx="76233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0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b="1" lang="fr-FR" sz="2400">
                <a:latin typeface="Times New Roman"/>
                <a:ea typeface="Times New Roman"/>
                <a:cs typeface="Times New Roman"/>
                <a:sym typeface="Times New Roman"/>
              </a:rPr>
              <a:t>Le fonctionnement IoT (Scan OF + Tablettes)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descr="Une image contenant ingénierie, bâtiment, train, acier&#10;&#10;Description générée automatiquement" id="162" name="Google Shape;16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2831" y="1645920"/>
            <a:ext cx="3388303" cy="257841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4"/>
          <p:cNvSpPr txBox="1"/>
          <p:nvPr/>
        </p:nvSpPr>
        <p:spPr>
          <a:xfrm>
            <a:off x="378135" y="1643170"/>
            <a:ext cx="4420746" cy="300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1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 Opérateur</a:t>
            </a:r>
            <a:r>
              <a:rPr b="0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Scan du QR Code sur le poste.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1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Aide au Montage</a:t>
            </a:r>
            <a:r>
              <a:rPr b="0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:Visualisation des Fiches Standards (SOP) adaptées spécifiquement à la variante scannée.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1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Bénéfice Informatique</a:t>
            </a:r>
            <a:r>
              <a:rPr b="0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Réduction de la charge cognitive de l'opérateur et garantie du "Bon du premier coup" (Right First Time) grâce aux guides visuels 3D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/>
          <p:cNvSpPr txBox="1"/>
          <p:nvPr>
            <p:ph type="title"/>
          </p:nvPr>
        </p:nvSpPr>
        <p:spPr>
          <a:xfrm>
            <a:off x="482600" y="475500"/>
            <a:ext cx="76233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0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b="1" lang="fr-FR" sz="2400">
                <a:latin typeface="Times New Roman"/>
                <a:ea typeface="Times New Roman"/>
                <a:cs typeface="Times New Roman"/>
                <a:sym typeface="Times New Roman"/>
              </a:rPr>
              <a:t>Architecture du Système Cyber-Physique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170" name="Google Shape;17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7089" y="1361440"/>
            <a:ext cx="5323070" cy="3855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f9a3eba2b_1_0"/>
          <p:cNvSpPr txBox="1"/>
          <p:nvPr>
            <p:ph type="title"/>
          </p:nvPr>
        </p:nvSpPr>
        <p:spPr>
          <a:xfrm>
            <a:off x="482600" y="475500"/>
            <a:ext cx="7623300" cy="48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Présentation de la simulation FlexSim</a:t>
            </a:r>
            <a:endParaRPr/>
          </a:p>
        </p:txBody>
      </p:sp>
      <p:sp>
        <p:nvSpPr>
          <p:cNvPr id="176" name="Google Shape;176;g3bf9a3eba2b_1_0"/>
          <p:cNvSpPr txBox="1"/>
          <p:nvPr>
            <p:ph idx="2" type="body"/>
          </p:nvPr>
        </p:nvSpPr>
        <p:spPr>
          <a:xfrm>
            <a:off x="467544" y="4801791"/>
            <a:ext cx="1800300" cy="2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g3bf9a3eba2b_1_0" title="Capture d’écran 2026-01-27 13141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0244" y="1114500"/>
            <a:ext cx="5289317" cy="38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eme_ICAM">
  <a:themeElements>
    <a:clrScheme name="ICAM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36C09"/>
      </a:accent1>
      <a:accent2>
        <a:srgbClr val="FFE599"/>
      </a:accent2>
      <a:accent3>
        <a:srgbClr val="0070C0"/>
      </a:accent3>
      <a:accent4>
        <a:srgbClr val="A5A5A5"/>
      </a:accent4>
      <a:accent5>
        <a:srgbClr val="F2F2F2"/>
      </a:accent5>
      <a:accent6>
        <a:srgbClr val="E36C09"/>
      </a:accent6>
      <a:hlink>
        <a:srgbClr val="E36C09"/>
      </a:hlink>
      <a:folHlink>
        <a:srgbClr val="97480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